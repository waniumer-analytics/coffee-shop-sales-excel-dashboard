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45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4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491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9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69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731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56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78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5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4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166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625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64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9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833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700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74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2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Coffee Shop Sales Performance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000" dirty="0"/>
              <a:t>Domain: Sales Analytics | Business Intelligence | Retail &amp; Food Service Analytics</a:t>
            </a:r>
            <a:r>
              <a:rPr lang="en-US" sz="4000" dirty="0"/>
              <a:t>.</a:t>
            </a:r>
          </a:p>
          <a:p>
            <a:r>
              <a:rPr lang="en-US" sz="4000" dirty="0"/>
              <a:t>Designed By :- Wani Umer (Data Analyst).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transactional coffee shop sales data</a:t>
            </a:r>
          </a:p>
          <a:p>
            <a:r>
              <a:t>Understand purchasing behavior</a:t>
            </a:r>
          </a:p>
          <a:p>
            <a:r>
              <a:t>Identify top-performing products</a:t>
            </a:r>
          </a:p>
          <a:p>
            <a:r>
              <a:t>Analyze store-level revenue trends</a:t>
            </a:r>
          </a:p>
          <a:p>
            <a:r>
              <a:t>Develop an interactive Excel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peak hours for staffing optimization</a:t>
            </a:r>
          </a:p>
          <a:p>
            <a:r>
              <a:t>Detect high-performing products</a:t>
            </a:r>
          </a:p>
          <a:p>
            <a:r>
              <a:t>Compare sales across store locations</a:t>
            </a:r>
          </a:p>
          <a:p>
            <a:r>
              <a:t>Find opportunities to increase order value</a:t>
            </a:r>
          </a:p>
          <a:p>
            <a:r>
              <a:t>Understand seasonal demand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Transactional sales dataset</a:t>
            </a:r>
          </a:p>
          <a:p>
            <a:r>
              <a:t>Fields: date, time, store location</a:t>
            </a:r>
          </a:p>
          <a:p>
            <a:r>
              <a:t>Product attributes: category, type, size</a:t>
            </a:r>
          </a:p>
          <a:p>
            <a:r>
              <a:t>Sales metrics: quantity, unit price</a:t>
            </a:r>
          </a:p>
          <a:p>
            <a:r>
              <a:t>Target metric: sales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Peak Sales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9–10 AM generates highest order volume</a:t>
            </a:r>
          </a:p>
          <a:p>
            <a:r>
              <a:t>Approximately 18–19K orders recorded</a:t>
            </a:r>
          </a:p>
          <a:p>
            <a:r>
              <a:t>Morning commuters dominate demand</a:t>
            </a:r>
          </a:p>
          <a:p>
            <a:r>
              <a:t>Indicates strong breakfast market</a:t>
            </a:r>
          </a:p>
          <a:p>
            <a:r>
              <a:t>Critical window for staffing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Weekly Sales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Friday records highest order volume</a:t>
            </a:r>
          </a:p>
          <a:p>
            <a:r>
              <a:t>Over 101K transactions observed</a:t>
            </a:r>
          </a:p>
          <a:p>
            <a:r>
              <a:t>Saturday demand drops unexpectedly</a:t>
            </a:r>
          </a:p>
          <a:p>
            <a:r>
              <a:t>Weekend behavior differs from expectation</a:t>
            </a:r>
          </a:p>
          <a:p>
            <a:r>
              <a:t>Opportunity to stimulate weekend sales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Seasonal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June generates highest revenue ($165K)</a:t>
            </a:r>
          </a:p>
          <a:p>
            <a:r>
              <a:t>February records lowest sales ($98K)</a:t>
            </a:r>
          </a:p>
          <a:p>
            <a:r>
              <a:t>Clear seasonal variation in demand</a:t>
            </a:r>
          </a:p>
          <a:p>
            <a:r>
              <a:t>Summer beverage demand likely higher</a:t>
            </a:r>
          </a:p>
          <a:p>
            <a:r>
              <a:t>Seasonal menu planning recommended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Store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Hell’s Kitchen generates highest revenue</a:t>
            </a:r>
          </a:p>
          <a:p>
            <a:r>
              <a:t>Astoria closely follows in performance</a:t>
            </a:r>
          </a:p>
          <a:p>
            <a:r>
              <a:t>Lower Manhattan slightly lower AOV</a:t>
            </a:r>
          </a:p>
          <a:p>
            <a:r>
              <a:t>Location influences customer behavior</a:t>
            </a:r>
          </a:p>
          <a:p>
            <a:r>
              <a:t>Store strategy should vary by location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Insight: 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Barista Espresso generates $91K revenue</a:t>
            </a:r>
          </a:p>
          <a:p>
            <a:r>
              <a:t>Brewed Chai Tea generates $77K revenue</a:t>
            </a:r>
          </a:p>
          <a:p>
            <a:r>
              <a:t>Core beverages dominate sales</a:t>
            </a:r>
          </a:p>
          <a:p>
            <a:r>
              <a:t>Coffee category contributes 39% revenue</a:t>
            </a:r>
          </a:p>
          <a:p>
            <a:r>
              <a:t>Strong demand for beverage products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Order Size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order value is $4.70</a:t>
            </a:r>
          </a:p>
          <a:p>
            <a:r>
              <a:t>Most customers purchase single items</a:t>
            </a:r>
          </a:p>
          <a:p>
            <a:r>
              <a:t>Large drinks represent 34% of orders</a:t>
            </a:r>
          </a:p>
          <a:p>
            <a:r>
              <a:t>Small drinks represent only 7%</a:t>
            </a:r>
          </a:p>
          <a:p>
            <a:r>
              <a:t>Upselling opportunity exists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 afternoon promotions (2–5 PM)</a:t>
            </a:r>
          </a:p>
          <a:p>
            <a:r>
              <a:t>Increase staffing during morning peak</a:t>
            </a:r>
          </a:p>
          <a:p>
            <a:r>
              <a:t>Introduce bundle deals and combos</a:t>
            </a:r>
          </a:p>
          <a:p>
            <a:r>
              <a:t>Expand high-performing beverage products</a:t>
            </a:r>
          </a:p>
          <a:p>
            <a:r>
              <a:t>Simplify low-performing menu items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Excel</a:t>
            </a:r>
          </a:p>
          <a:p>
            <a:r>
              <a:t>Power Query (ETL)</a:t>
            </a:r>
          </a:p>
          <a:p>
            <a:r>
              <a:t>Pivot Tables</a:t>
            </a:r>
          </a:p>
          <a:p>
            <a:r>
              <a:t>Data Visualization</a:t>
            </a:r>
          </a:p>
          <a:p>
            <a:r>
              <a:t>Interactive Dashboard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F54044-280C-4047-FD94-3E26CF85F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632" y="2635279"/>
            <a:ext cx="6798735" cy="2252407"/>
          </a:xfrm>
        </p:spPr>
        <p:txBody>
          <a:bodyPr>
            <a:normAutofit/>
          </a:bodyPr>
          <a:lstStyle/>
          <a:p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433160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341</Words>
  <Application>Microsoft Office PowerPoint</Application>
  <PresentationFormat>On-screen Show (4:3)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Coffee Shop Sales Performance </vt:lpstr>
      <vt:lpstr>Project Overview</vt:lpstr>
      <vt:lpstr>Problem Statement</vt:lpstr>
      <vt:lpstr>Dataset Description</vt:lpstr>
      <vt:lpstr>Key Insight: Peak Sales Hours</vt:lpstr>
      <vt:lpstr>Key Insight: Weekly Sales Pattern</vt:lpstr>
      <vt:lpstr>Key Insight: Seasonal Trends</vt:lpstr>
      <vt:lpstr>Key Insight: Store Performance</vt:lpstr>
      <vt:lpstr>Key Insight: Product Performance</vt:lpstr>
      <vt:lpstr>Key Insight: Order Size Behavior</vt:lpstr>
      <vt:lpstr>Business Recommendations</vt:lpstr>
      <vt:lpstr>Tools Used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2</cp:revision>
  <dcterms:created xsi:type="dcterms:W3CDTF">2013-01-27T09:14:16Z</dcterms:created>
  <dcterms:modified xsi:type="dcterms:W3CDTF">2026-03-10T05:38:33Z</dcterms:modified>
  <cp:category/>
</cp:coreProperties>
</file>